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4" d="100"/>
          <a:sy n="44" d="100"/>
        </p:scale>
        <p:origin x="94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ias Augusto Valenzuela Nuche" userId="a2561e33-87ca-49b8-bd0f-f82c3c00aa55" providerId="ADAL" clId="{ED73AF4C-0887-4100-98D5-0E5E34EDE498}"/>
    <pc:docChg chg="custSel modSld sldOrd">
      <pc:chgData name="Matias Augusto Valenzuela Nuche" userId="a2561e33-87ca-49b8-bd0f-f82c3c00aa55" providerId="ADAL" clId="{ED73AF4C-0887-4100-98D5-0E5E34EDE498}" dt="2026-04-07T16:15:36.942" v="7" actId="729"/>
      <pc:docMkLst>
        <pc:docMk/>
      </pc:docMkLst>
      <pc:sldChg chg="modTransition">
        <pc:chgData name="Matias Augusto Valenzuela Nuche" userId="a2561e33-87ca-49b8-bd0f-f82c3c00aa55" providerId="ADAL" clId="{ED73AF4C-0887-4100-98D5-0E5E34EDE498}" dt="2026-03-10T12:52:14.736" v="5"/>
        <pc:sldMkLst>
          <pc:docMk/>
          <pc:sldMk cId="0" sldId="256"/>
        </pc:sldMkLst>
      </pc:sldChg>
      <pc:sldChg chg="mod modShow chgLayout">
        <pc:chgData name="Matias Augusto Valenzuela Nuche" userId="a2561e33-87ca-49b8-bd0f-f82c3c00aa55" providerId="ADAL" clId="{ED73AF4C-0887-4100-98D5-0E5E34EDE498}" dt="2026-04-07T16:15:36.942" v="7" actId="729"/>
        <pc:sldMkLst>
          <pc:docMk/>
          <pc:sldMk cId="0" sldId="257"/>
        </pc:sldMkLst>
      </pc:sldChg>
      <pc:sldChg chg="modTransition">
        <pc:chgData name="Matias Augusto Valenzuela Nuche" userId="a2561e33-87ca-49b8-bd0f-f82c3c00aa55" providerId="ADAL" clId="{ED73AF4C-0887-4100-98D5-0E5E34EDE498}" dt="2026-03-10T12:52:14.736" v="5"/>
        <pc:sldMkLst>
          <pc:docMk/>
          <pc:sldMk cId="0" sldId="258"/>
        </pc:sldMkLst>
      </pc:sldChg>
      <pc:sldChg chg="ord modTransition">
        <pc:chgData name="Matias Augusto Valenzuela Nuche" userId="a2561e33-87ca-49b8-bd0f-f82c3c00aa55" providerId="ADAL" clId="{ED73AF4C-0887-4100-98D5-0E5E34EDE498}" dt="2026-03-10T12:52:14.736" v="5"/>
        <pc:sldMkLst>
          <pc:docMk/>
          <pc:sldMk cId="0" sldId="25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29229"/>
    </mc:Choice>
    <mc:Fallback xmlns="">
      <p:transition spd="slow" advTm="52922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148"/>
    </mc:Choice>
    <mc:Fallback xmlns="">
      <p:transition spd="slow" advTm="38148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1801"/>
    </mc:Choice>
    <mc:Fallback xmlns="">
      <p:transition spd="slow" advTm="51801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0</Words>
  <Application>Microsoft Office PowerPoint</Application>
  <PresentationFormat>Personalizado</PresentationFormat>
  <Paragraphs>0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Matias Augusto Valenzuela Nuche</cp:lastModifiedBy>
  <cp:revision>1</cp:revision>
  <dcterms:created xsi:type="dcterms:W3CDTF">2006-08-16T00:00:00Z</dcterms:created>
  <dcterms:modified xsi:type="dcterms:W3CDTF">2026-04-07T16:15:38Z</dcterms:modified>
</cp:coreProperties>
</file>